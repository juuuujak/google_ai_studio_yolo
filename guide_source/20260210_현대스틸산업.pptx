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7" r:id="rId1"/>
  </p:sldMasterIdLst>
  <p:notesMasterIdLst>
    <p:notesMasterId r:id="rId5"/>
  </p:notesMasterIdLst>
  <p:handoutMasterIdLst>
    <p:handoutMasterId r:id="rId6"/>
  </p:handoutMasterIdLst>
  <p:sldIdLst>
    <p:sldId id="262" r:id="rId2"/>
    <p:sldId id="275" r:id="rId3"/>
    <p:sldId id="276" r:id="rId4"/>
  </p:sldIdLst>
  <p:sldSz cx="9144000" cy="6858000" type="screen4x3"/>
  <p:notesSz cx="6858000" cy="9144000"/>
  <p:embeddedFontLst>
    <p:embeddedFont>
      <p:font typeface="나눔스퀘어_ac ExtraBold" panose="020B0600000101010101" pitchFamily="50" charset="-127"/>
      <p:bold r:id="rId7"/>
    </p:embeddedFont>
    <p:embeddedFont>
      <p:font typeface="나눔스퀘어 Bold" panose="020B0600000101010101" pitchFamily="50" charset="-127"/>
      <p:bold r:id="rId8"/>
    </p:embeddedFont>
    <p:embeddedFont>
      <p:font typeface="나눔스퀘어 ExtraBold" panose="020B0600000101010101" pitchFamily="50" charset="-127"/>
      <p:bold r:id="rId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05" autoAdjust="0"/>
    <p:restoredTop sz="94614" autoAdjust="0"/>
  </p:normalViewPr>
  <p:slideViewPr>
    <p:cSldViewPr snapToGrid="0">
      <p:cViewPr varScale="1">
        <p:scale>
          <a:sx n="150" d="100"/>
          <a:sy n="150" d="100"/>
        </p:scale>
        <p:origin x="3018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670FE20D-2F39-4046-8D13-22060669D3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3B3CC3A-1FCF-4EE7-BF46-F57E4AA2E5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3B8DA7-C608-4D63-BE66-3EB5D23C025F}" type="datetimeFigureOut">
              <a:rPr lang="ko-KR" altLang="en-US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2026-02-10</a:t>
            </a:fld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1CC5FC4-0FFE-4882-8725-09ACA69A511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ECD04F-1631-4F40-AE2A-01FFE08354F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60D453-579D-45DD-8EDF-A6E00F309294}" type="slidenum">
              <a:rPr lang="ko-KR" altLang="en-US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‹#›</a:t>
            </a:fld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166926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CA1AB1FF-CDC8-483D-9636-831D2BB178E2}" type="datetimeFigureOut">
              <a:rPr lang="ko-KR" altLang="en-US" smtClean="0"/>
              <a:pPr/>
              <a:t>2026-02-10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3F5E2298-A224-497E-A75C-ECBD239685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24640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나눔스퀘어 Bold" panose="020B0600000101010101" pitchFamily="50" charset="-127"/>
        <a:ea typeface="나눔스퀘어 Bold" panose="020B0600000101010101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스퀘어 Bold" panose="020B0600000101010101" pitchFamily="50" charset="-127"/>
        <a:ea typeface="나눔스퀘어 Bold" panose="020B0600000101010101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스퀘어 Bold" panose="020B0600000101010101" pitchFamily="50" charset="-127"/>
        <a:ea typeface="나눔스퀘어 Bold" panose="020B0600000101010101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스퀘어 Bold" panose="020B0600000101010101" pitchFamily="50" charset="-127"/>
        <a:ea typeface="나눔스퀘어 Bold" panose="020B0600000101010101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스퀘어 Bold" panose="020B0600000101010101" pitchFamily="50" charset="-127"/>
        <a:ea typeface="나눔스퀘어 Bold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4713" y="749300"/>
            <a:ext cx="4910137" cy="3683000"/>
          </a:xfrm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000" y="4686300"/>
            <a:ext cx="4883150" cy="44402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4224058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2866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7337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elliV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2">
            <a:extLst>
              <a:ext uri="{FF2B5EF4-FFF2-40B4-BE49-F238E27FC236}">
                <a16:creationId xmlns:a16="http://schemas.microsoft.com/office/drawing/2014/main" id="{7F1CAEF8-9DEA-4C0B-BBD8-6EE4F59B72C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45956" y="92496"/>
            <a:ext cx="321178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ko-KR" altLang="en-US" sz="11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산출물명</a:t>
            </a:r>
          </a:p>
        </p:txBody>
      </p:sp>
      <p:sp>
        <p:nvSpPr>
          <p:cNvPr id="3" name="Text Box 44">
            <a:extLst>
              <a:ext uri="{FF2B5EF4-FFF2-40B4-BE49-F238E27FC236}">
                <a16:creationId xmlns:a16="http://schemas.microsoft.com/office/drawing/2014/main" id="{A6F26526-425A-43C2-AF0F-691D5B7E43C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3006" y="82971"/>
            <a:ext cx="37973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ko-KR" altLang="en-US" sz="11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프로젝트명</a:t>
            </a:r>
          </a:p>
        </p:txBody>
      </p:sp>
    </p:spTree>
    <p:extLst>
      <p:ext uri="{BB962C8B-B14F-4D97-AF65-F5344CB8AC3E}">
        <p14:creationId xmlns:p14="http://schemas.microsoft.com/office/powerpoint/2010/main" val="1329523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51">
            <a:extLst>
              <a:ext uri="{FF2B5EF4-FFF2-40B4-BE49-F238E27FC236}">
                <a16:creationId xmlns:a16="http://schemas.microsoft.com/office/drawing/2014/main" id="{FD805329-AD4A-49B2-AE01-A6A31FB5FCBD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99206" y="361682"/>
            <a:ext cx="9044794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1" name="Text Box 36">
            <a:extLst>
              <a:ext uri="{FF2B5EF4-FFF2-40B4-BE49-F238E27FC236}">
                <a16:creationId xmlns:a16="http://schemas.microsoft.com/office/drawing/2014/main" id="{9E6F9D30-16F9-469F-AE0D-B4D32134B20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892368" y="6583363"/>
            <a:ext cx="854075" cy="2616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fld id="{3674975C-C355-4842-BACA-3BC177A62366}" type="slidenum">
              <a:rPr lang="en-US" altLang="ko-KR" sz="110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sz="11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Text Box 52">
            <a:extLst>
              <a:ext uri="{FF2B5EF4-FFF2-40B4-BE49-F238E27FC236}">
                <a16:creationId xmlns:a16="http://schemas.microsoft.com/office/drawing/2014/main" id="{CC6DBBE8-5820-4F89-BEC3-F8B7E692773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332231" y="6575425"/>
            <a:ext cx="37973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en-US" altLang="ko-KR" sz="11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Ver 1.0</a:t>
            </a:r>
          </a:p>
        </p:txBody>
      </p:sp>
      <p:sp>
        <p:nvSpPr>
          <p:cNvPr id="13" name="Line 58">
            <a:extLst>
              <a:ext uri="{FF2B5EF4-FFF2-40B4-BE49-F238E27FC236}">
                <a16:creationId xmlns:a16="http://schemas.microsoft.com/office/drawing/2014/main" id="{6DC1E0D7-836F-4C9E-BB10-E58E2B69830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9622" y="6556374"/>
            <a:ext cx="9044378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dirty="0"/>
          </a:p>
        </p:txBody>
      </p:sp>
      <p:sp>
        <p:nvSpPr>
          <p:cNvPr id="14" name="Text Box 44">
            <a:extLst>
              <a:ext uri="{FF2B5EF4-FFF2-40B4-BE49-F238E27FC236}">
                <a16:creationId xmlns:a16="http://schemas.microsoft.com/office/drawing/2014/main" id="{E7468285-3768-4A2C-91EA-135714684D8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11503" y="6549905"/>
            <a:ext cx="37973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ko-KR" sz="1100" b="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IntelliVIX</a:t>
            </a:r>
            <a:endParaRPr lang="ko-KR" altLang="en-US" sz="1100" b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382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5pPr>
      <a:lvl6pPr marL="422041" algn="ctr" rtl="0" fontAlgn="base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6pPr>
      <a:lvl7pPr marL="844083" algn="ctr" rtl="0" fontAlgn="base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7pPr>
      <a:lvl8pPr marL="1266124" algn="ctr" rtl="0" fontAlgn="base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8pPr>
      <a:lvl9pPr marL="1688165" algn="ctr" rtl="0" fontAlgn="base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9pPr>
    </p:titleStyle>
    <p:bodyStyle>
      <a:lvl1pPr marL="316531" indent="-316531" algn="l" rtl="0" eaLnBrk="0" fontAlgn="base" hangingPunct="0">
        <a:spcBef>
          <a:spcPct val="20000"/>
        </a:spcBef>
        <a:spcAft>
          <a:spcPct val="0"/>
        </a:spcAft>
        <a:buChar char="•"/>
        <a:defRPr kumimoji="1" sz="2954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63776" algn="l" rtl="0" eaLnBrk="0" fontAlgn="base" hangingPunct="0">
        <a:spcBef>
          <a:spcPct val="20000"/>
        </a:spcBef>
        <a:spcAft>
          <a:spcPct val="0"/>
        </a:spcAft>
        <a:buChar char="–"/>
        <a:defRPr kumimoji="1" sz="2585">
          <a:solidFill>
            <a:schemeClr val="tx1"/>
          </a:solidFill>
          <a:latin typeface="+mn-lt"/>
          <a:ea typeface="+mn-ea"/>
        </a:defRPr>
      </a:lvl2pPr>
      <a:lvl3pPr marL="1055103" indent="-211021" algn="l" rtl="0" eaLnBrk="0" fontAlgn="base" hangingPunct="0">
        <a:spcBef>
          <a:spcPct val="20000"/>
        </a:spcBef>
        <a:spcAft>
          <a:spcPct val="0"/>
        </a:spcAft>
        <a:buChar char="•"/>
        <a:defRPr kumimoji="1" sz="2215">
          <a:solidFill>
            <a:schemeClr val="tx1"/>
          </a:solidFill>
          <a:latin typeface="+mn-lt"/>
          <a:ea typeface="+mn-ea"/>
        </a:defRPr>
      </a:lvl3pPr>
      <a:lvl4pPr marL="1477145" indent="-211021" algn="l" rtl="0" eaLnBrk="0" fontAlgn="base" hangingPunct="0">
        <a:spcBef>
          <a:spcPct val="20000"/>
        </a:spcBef>
        <a:spcAft>
          <a:spcPct val="0"/>
        </a:spcAft>
        <a:buChar char="–"/>
        <a:defRPr kumimoji="1" sz="1846">
          <a:solidFill>
            <a:schemeClr val="tx1"/>
          </a:solidFill>
          <a:latin typeface="+mn-lt"/>
          <a:ea typeface="+mn-ea"/>
        </a:defRPr>
      </a:lvl4pPr>
      <a:lvl5pPr marL="1899186" indent="-211021" algn="l" rtl="0" eaLnBrk="0" fontAlgn="base" hangingPunct="0">
        <a:spcBef>
          <a:spcPct val="20000"/>
        </a:spcBef>
        <a:spcAft>
          <a:spcPct val="0"/>
        </a:spcAft>
        <a:buChar char="•"/>
        <a:defRPr kumimoji="1" sz="1846">
          <a:solidFill>
            <a:schemeClr val="tx1"/>
          </a:solidFill>
          <a:latin typeface="+mn-lt"/>
          <a:ea typeface="+mn-ea"/>
        </a:defRPr>
      </a:lvl5pPr>
      <a:lvl6pPr marL="2321227" indent="-211021" algn="l" rtl="0" fontAlgn="base">
        <a:spcBef>
          <a:spcPct val="20000"/>
        </a:spcBef>
        <a:spcAft>
          <a:spcPct val="0"/>
        </a:spcAft>
        <a:buChar char="•"/>
        <a:defRPr kumimoji="1" sz="1846">
          <a:solidFill>
            <a:schemeClr val="tx1"/>
          </a:solidFill>
          <a:latin typeface="+mn-lt"/>
          <a:ea typeface="+mn-ea"/>
        </a:defRPr>
      </a:lvl6pPr>
      <a:lvl7pPr marL="2743269" indent="-211021" algn="l" rtl="0" fontAlgn="base">
        <a:spcBef>
          <a:spcPct val="20000"/>
        </a:spcBef>
        <a:spcAft>
          <a:spcPct val="0"/>
        </a:spcAft>
        <a:buChar char="•"/>
        <a:defRPr kumimoji="1" sz="1846">
          <a:solidFill>
            <a:schemeClr val="tx1"/>
          </a:solidFill>
          <a:latin typeface="+mn-lt"/>
          <a:ea typeface="+mn-ea"/>
        </a:defRPr>
      </a:lvl7pPr>
      <a:lvl8pPr marL="3165310" indent="-211021" algn="l" rtl="0" fontAlgn="base">
        <a:spcBef>
          <a:spcPct val="20000"/>
        </a:spcBef>
        <a:spcAft>
          <a:spcPct val="0"/>
        </a:spcAft>
        <a:buChar char="•"/>
        <a:defRPr kumimoji="1" sz="1846">
          <a:solidFill>
            <a:schemeClr val="tx1"/>
          </a:solidFill>
          <a:latin typeface="+mn-lt"/>
          <a:ea typeface="+mn-ea"/>
        </a:defRPr>
      </a:lvl8pPr>
      <a:lvl9pPr marL="3587351" indent="-211021" algn="l" rtl="0" fontAlgn="base">
        <a:spcBef>
          <a:spcPct val="20000"/>
        </a:spcBef>
        <a:spcAft>
          <a:spcPct val="0"/>
        </a:spcAft>
        <a:buChar char="•"/>
        <a:defRPr kumimoji="1" sz="1846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2">
            <a:extLst>
              <a:ext uri="{FF2B5EF4-FFF2-40B4-BE49-F238E27FC236}">
                <a16:creationId xmlns:a16="http://schemas.microsoft.com/office/drawing/2014/main" id="{2A9968CC-6D70-4D0B-865B-69C10E0909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" y="2928716"/>
            <a:ext cx="8763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43AF9117-CD22-42D0-BB9F-3B93BB239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47" y="1733149"/>
            <a:ext cx="900588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r" eaLnBrk="1" latinLnBrk="1" hangingPunct="1"/>
            <a:r>
              <a:rPr lang="ko-KR" altLang="en-US" sz="3600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햔현대스틸산업</a:t>
            </a:r>
            <a:r>
              <a:rPr lang="ko-KR" altLang="en-US" sz="36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3600" b="1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라벨링</a:t>
            </a:r>
            <a:r>
              <a:rPr lang="ko-KR" altLang="en-US" sz="36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작업 가이드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1FB83CCD-3B50-48B0-8A75-DF6A0F11E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6134" y="2560637"/>
            <a:ext cx="4827588" cy="2233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r" eaLnBrk="1" latinLnBrk="1" hangingPunct="1">
              <a:lnSpc>
                <a:spcPct val="110000"/>
              </a:lnSpc>
              <a:spcBef>
                <a:spcPct val="10000"/>
              </a:spcBef>
            </a:pPr>
            <a:endParaRPr lang="en-US" altLang="ko-KR" sz="20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r" eaLnBrk="1" latinLnBrk="1" hangingPunct="1">
              <a:lnSpc>
                <a:spcPct val="110000"/>
              </a:lnSpc>
              <a:spcBef>
                <a:spcPct val="10000"/>
              </a:spcBef>
            </a:pPr>
            <a:endParaRPr lang="en-US" altLang="ko-KR" sz="32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r" eaLnBrk="1" latin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ko-KR" sz="32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2026-02-10</a:t>
            </a:r>
            <a:endParaRPr lang="ko-KR" altLang="en-US" sz="32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r" eaLnBrk="1" latinLnBrk="1" hangingPunct="1"/>
            <a:r>
              <a:rPr lang="en-US" altLang="ko-KR" sz="18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 Data</a:t>
            </a:r>
            <a:r>
              <a:rPr lang="ko-KR" altLang="en-US" sz="18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팀 </a:t>
            </a:r>
            <a:r>
              <a:rPr lang="en-US" altLang="ko-KR" sz="18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8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심홍석</a:t>
            </a:r>
            <a:endParaRPr lang="en-US" altLang="ko-KR" sz="18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" name="Rectangle 17">
            <a:extLst>
              <a:ext uri="{FF2B5EF4-FFF2-40B4-BE49-F238E27FC236}">
                <a16:creationId xmlns:a16="http://schemas.microsoft.com/office/drawing/2014/main" id="{F0047A6E-625A-4002-99C5-D8517A127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47" y="5802313"/>
            <a:ext cx="9083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latinLnBrk="1" hangingPunct="1"/>
            <a:r>
              <a:rPr lang="en-US" altLang="ko-KR" sz="12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Copyright © </a:t>
            </a:r>
            <a:r>
              <a:rPr lang="en-US" altLang="ko-KR" sz="1200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IntelliVIX</a:t>
            </a:r>
            <a:endParaRPr lang="en-US" altLang="ko-KR" sz="12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eaLnBrk="1" latinLnBrk="1" hangingPunct="1"/>
            <a:r>
              <a:rPr lang="en-US" altLang="ko-KR" sz="8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IntelliVIX</a:t>
            </a:r>
            <a:r>
              <a:rPr lang="ko-KR" altLang="en-US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사전 승인 없이 본 내용의 전부 또는 일부에 대한 복사</a:t>
            </a:r>
            <a:r>
              <a:rPr lang="en-US" altLang="ko-KR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전재</a:t>
            </a:r>
            <a:r>
              <a:rPr lang="en-US" altLang="ko-KR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배포</a:t>
            </a:r>
            <a:r>
              <a:rPr lang="en-US" altLang="ko-KR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사용을 금합니다</a:t>
            </a:r>
            <a:r>
              <a:rPr lang="en-US" altLang="ko-KR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C51170F-772F-4FFE-8202-8A524DD88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910" y="655639"/>
            <a:ext cx="21934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2690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07199-E1BE-22F4-0EBB-921DA095E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F90A208-35F9-7FFB-245F-367DCB5DD904}"/>
              </a:ext>
            </a:extLst>
          </p:cNvPr>
          <p:cNvSpPr txBox="1"/>
          <p:nvPr/>
        </p:nvSpPr>
        <p:spPr>
          <a:xfrm>
            <a:off x="161925" y="783244"/>
            <a:ext cx="8626907" cy="509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ko-KR" altLang="en-US" sz="2000" b="1" dirty="0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클래스 작업 기준</a:t>
            </a:r>
            <a:endParaRPr lang="en-US" altLang="ko-KR" sz="15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5264BD-6E06-B7BB-C853-885077E8BD09}"/>
              </a:ext>
            </a:extLst>
          </p:cNvPr>
          <p:cNvSpPr txBox="1"/>
          <p:nvPr/>
        </p:nvSpPr>
        <p:spPr>
          <a:xfrm>
            <a:off x="517093" y="1605763"/>
            <a:ext cx="8626907" cy="1444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클래스</a:t>
            </a:r>
            <a:endParaRPr lang="en-US" altLang="ko-KR" sz="15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Person,</a:t>
            </a:r>
            <a:r>
              <a:rPr lang="ko-KR" altLang="en-US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Ship,</a:t>
            </a:r>
            <a:r>
              <a:rPr lang="ko-KR" altLang="en-US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Barge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사람의 경우 </a:t>
            </a:r>
            <a:r>
              <a:rPr lang="en-US" altLang="ko-KR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10x10 </a:t>
            </a:r>
            <a:r>
              <a:rPr lang="ko-KR" altLang="en-US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까지 </a:t>
            </a:r>
            <a:r>
              <a:rPr lang="ko-KR" altLang="en-US" sz="1500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태깅</a:t>
            </a:r>
            <a:endParaRPr lang="en-US" altLang="ko-KR" sz="15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Ship</a:t>
            </a:r>
            <a:r>
              <a:rPr lang="ko-KR" altLang="en-US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은 기존 선박 기준과 동일</a:t>
            </a:r>
            <a:r>
              <a:rPr lang="en-US" altLang="ko-KR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선박으로 보이는 모든 객체</a:t>
            </a:r>
            <a:endParaRPr lang="en-US" altLang="ko-KR" sz="15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834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CC29F-9ABD-5D15-6AC9-F57BFEFBA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74B83BC-48EF-7FB3-FA8A-53542D3C77F8}"/>
              </a:ext>
            </a:extLst>
          </p:cNvPr>
          <p:cNvSpPr txBox="1"/>
          <p:nvPr/>
        </p:nvSpPr>
        <p:spPr>
          <a:xfrm>
            <a:off x="161925" y="783244"/>
            <a:ext cx="8626907" cy="509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ko-KR" altLang="en-US" sz="2000" b="1" dirty="0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클래스 작업 기준</a:t>
            </a:r>
            <a:endParaRPr lang="en-US" altLang="ko-KR" sz="15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835090-CC89-DEA8-2E6C-BD5ECF9034FA}"/>
              </a:ext>
            </a:extLst>
          </p:cNvPr>
          <p:cNvSpPr txBox="1"/>
          <p:nvPr/>
        </p:nvSpPr>
        <p:spPr>
          <a:xfrm>
            <a:off x="517093" y="1605763"/>
            <a:ext cx="8626907" cy="10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클래스</a:t>
            </a:r>
            <a:endParaRPr lang="en-US" altLang="ko-KR" sz="15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Barge, </a:t>
            </a:r>
            <a:r>
              <a:rPr lang="ko-KR" altLang="en-US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바지선</a:t>
            </a:r>
            <a:endParaRPr lang="en-US" altLang="ko-KR" sz="15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거의 고정이나</a:t>
            </a:r>
            <a:r>
              <a:rPr lang="en-US" altLang="ko-KR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500" b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아래쪽에 바지선이 추가되거나 </a:t>
            </a:r>
            <a:r>
              <a:rPr lang="ko-KR" altLang="en-US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이동하는 경우 있음</a:t>
            </a:r>
            <a:endParaRPr lang="en-US" altLang="ko-KR" sz="15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4" name="그림 3" descr="물, 야외, 교통, 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56FFBE-A55E-3902-5CFC-B32A52DB8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225" y="3429000"/>
            <a:ext cx="5035550" cy="2832497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3D8BF5E-1860-A111-093B-E371F1A9E82B}"/>
              </a:ext>
            </a:extLst>
          </p:cNvPr>
          <p:cNvSpPr/>
          <p:nvPr/>
        </p:nvSpPr>
        <p:spPr bwMode="auto">
          <a:xfrm>
            <a:off x="2578100" y="4273550"/>
            <a:ext cx="3092450" cy="90805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바탕체" pitchFamily="17" charset="-127"/>
            </a:endParaRP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37CCEBA3-4F3E-40B6-319B-6F7C20746FAA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3285927" y="3376364"/>
            <a:ext cx="876697" cy="679450"/>
          </a:xfrm>
          <a:prstGeom prst="bentConnector3">
            <a:avLst/>
          </a:prstGeom>
          <a:solidFill>
            <a:srgbClr val="EAEAE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71169B9-D199-66F3-957D-753F14D89F5B}"/>
              </a:ext>
            </a:extLst>
          </p:cNvPr>
          <p:cNvSpPr txBox="1"/>
          <p:nvPr/>
        </p:nvSpPr>
        <p:spPr bwMode="auto">
          <a:xfrm>
            <a:off x="3444876" y="2969982"/>
            <a:ext cx="1238250" cy="307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4" tIns="45711" rIns="91424" bIns="45711" rtlCol="0">
            <a:spAutoFit/>
          </a:bodyPr>
          <a:lstStyle/>
          <a:p>
            <a:pPr algn="ctr"/>
            <a:r>
              <a:rPr kumimoji="0" lang="ko-KR" altLang="en-US" sz="1400" b="1" u="sng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태깅대상</a:t>
            </a:r>
            <a:r>
              <a:rPr kumimoji="0" lang="ko-KR" altLang="en-US" sz="1400" b="1" u="sng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아님</a:t>
            </a:r>
          </a:p>
        </p:txBody>
      </p:sp>
    </p:spTree>
    <p:extLst>
      <p:ext uri="{BB962C8B-B14F-4D97-AF65-F5344CB8AC3E}">
        <p14:creationId xmlns:p14="http://schemas.microsoft.com/office/powerpoint/2010/main" val="1099773364"/>
      </p:ext>
    </p:extLst>
  </p:cSld>
  <p:clrMapOvr>
    <a:masterClrMapping/>
  </p:clrMapOvr>
</p:sld>
</file>

<file path=ppt/theme/theme1.xml><?xml version="1.0" encoding="utf-8"?>
<a:theme xmlns:a="http://schemas.openxmlformats.org/drawingml/2006/main" name="산출물표준-파워포인트-가로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CCCCFF"/>
      </a:hlink>
      <a:folHlink>
        <a:srgbClr val="B2B2B2"/>
      </a:folHlink>
    </a:clrScheme>
    <a:fontScheme name="산출물표준-파워포인트-가로">
      <a:majorFont>
        <a:latin typeface="Arial"/>
        <a:ea typeface="돋움"/>
        <a:cs typeface=""/>
      </a:majorFont>
      <a:minorFont>
        <a:latin typeface="Arial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바탕체" pitchFamily="17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바탕체" pitchFamily="17" charset="-127"/>
          </a:defRPr>
        </a:defPPr>
      </a:lst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lIns="91424" tIns="45711" rIns="91424" bIns="45711">
        <a:spAutoFit/>
      </a:bodyPr>
      <a:lstStyle>
        <a:defPPr algn="ctr">
          <a:defRPr kumimoji="0" sz="1400" b="1" u="sng" dirty="0">
            <a:latin typeface="나눔스퀘어_ac ExtraBold" panose="020B0600000101010101" pitchFamily="50" charset="-127"/>
            <a:ea typeface="나눔스퀘어_ac ExtraBold" panose="020B0600000101010101" pitchFamily="50" charset="-127"/>
          </a:defRPr>
        </a:defPPr>
      </a:lstStyle>
    </a:txDef>
  </a:objectDefaults>
  <a:extraClrSchemeLst>
    <a:extraClrScheme>
      <a:clrScheme name="산출물표준-파워포인트-가로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산출물표준-파워포인트-가로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산출물표준-파워포인트-가로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산출물표준-파워포인트-가로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산출물표준-파워포인트-가로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산출물표준-파워포인트-가로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산출물표준-파워포인트-가로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640</TotalTime>
  <Words>76</Words>
  <Application>Microsoft Office PowerPoint</Application>
  <PresentationFormat>화면 슬라이드 쇼(4:3)</PresentationFormat>
  <Paragraphs>17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Wingdings</vt:lpstr>
      <vt:lpstr>나눔스퀘어 Bold</vt:lpstr>
      <vt:lpstr>나눔스퀘어 ExtraBold</vt:lpstr>
      <vt:lpstr>Arial</vt:lpstr>
      <vt:lpstr>나눔스퀘어_ac ExtraBold</vt:lpstr>
      <vt:lpstr>산출물표준-파워포인트-가로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허 수연</dc:creator>
  <cp:lastModifiedBy>심홍석</cp:lastModifiedBy>
  <cp:revision>157</cp:revision>
  <dcterms:created xsi:type="dcterms:W3CDTF">2020-01-29T02:17:54Z</dcterms:created>
  <dcterms:modified xsi:type="dcterms:W3CDTF">2026-02-10T08:44:41Z</dcterms:modified>
</cp:coreProperties>
</file>