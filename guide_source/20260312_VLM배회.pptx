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1"/>
  </p:notesMasterIdLst>
  <p:handoutMasterIdLst>
    <p:handoutMasterId r:id="rId12"/>
  </p:handoutMasterIdLst>
  <p:sldIdLst>
    <p:sldId id="257" r:id="rId2"/>
    <p:sldId id="352" r:id="rId3"/>
    <p:sldId id="945" r:id="rId4"/>
    <p:sldId id="946" r:id="rId5"/>
    <p:sldId id="940" r:id="rId6"/>
    <p:sldId id="942" r:id="rId7"/>
    <p:sldId id="943" r:id="rId8"/>
    <p:sldId id="944" r:id="rId9"/>
    <p:sldId id="947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3819A38-87EB-4A67-ADDC-EA908881B267}">
          <p14:sldIdLst>
            <p14:sldId id="257"/>
            <p14:sldId id="352"/>
            <p14:sldId id="945"/>
            <p14:sldId id="946"/>
            <p14:sldId id="940"/>
            <p14:sldId id="942"/>
            <p14:sldId id="943"/>
            <p14:sldId id="944"/>
            <p14:sldId id="9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1F1F1F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5310" autoAdjust="0"/>
  </p:normalViewPr>
  <p:slideViewPr>
    <p:cSldViewPr snapToGrid="0">
      <p:cViewPr varScale="1">
        <p:scale>
          <a:sx n="109" d="100"/>
          <a:sy n="109" d="100"/>
        </p:scale>
        <p:origin x="51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ko-KR"/>
              <a:t>META-VIX </a:t>
            </a:r>
            <a:r>
              <a:rPr lang="ko-KR" altLang="en-US"/>
              <a:t>개발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E0157-427B-4E06-A97A-3E79B16EA69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A441C-122D-4E4C-8FD5-35215A7F5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21164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AB1FF-CDC8-483D-9636-831D2BB178E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E2298-A224-497E-A75C-ECBD23968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6401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49300"/>
            <a:ext cx="4910137" cy="3683000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686300"/>
            <a:ext cx="4883150" cy="4440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  <p:sp>
        <p:nvSpPr>
          <p:cNvPr id="2" name="머리글 개체 틀 1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META-VIX </a:t>
            </a:r>
            <a:r>
              <a:rPr lang="ko-KR" altLang="en-US"/>
              <a:t>개발</a:t>
            </a:r>
          </a:p>
        </p:txBody>
      </p:sp>
    </p:spTree>
    <p:extLst>
      <p:ext uri="{BB962C8B-B14F-4D97-AF65-F5344CB8AC3E}">
        <p14:creationId xmlns:p14="http://schemas.microsoft.com/office/powerpoint/2010/main" val="4224058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24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86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33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lliV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4">
            <a:extLst>
              <a:ext uri="{FF2B5EF4-FFF2-40B4-BE49-F238E27FC236}">
                <a16:creationId xmlns:a16="http://schemas.microsoft.com/office/drawing/2014/main" id="{A6F26526-425A-43C2-AF0F-691D5B7E43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006" y="82971"/>
            <a:ext cx="3797300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VIX-VISION</a:t>
            </a:r>
            <a:endParaRPr lang="en-US" altLang="ko-KR" sz="1100" b="1" baseline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616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35F33-B8D6-152F-4D42-204F2E4B8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940EF4-1E1D-9EBB-68F3-CF89BC97F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E5F07A-4A8F-6FC7-59E4-3122D81B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C5E-3AD0-4445-A1BA-7A075716D0C4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0863BF-BB8E-12AD-F66D-89F2F035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50B26-2E38-8CFA-E377-34B3DCE6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4CF75-6F30-40CF-9C7C-E1D1EAD24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3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51">
            <a:extLst>
              <a:ext uri="{FF2B5EF4-FFF2-40B4-BE49-F238E27FC236}">
                <a16:creationId xmlns:a16="http://schemas.microsoft.com/office/drawing/2014/main" id="{FD805329-AD4A-49B2-AE01-A6A31FB5F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99206" y="361682"/>
            <a:ext cx="9044794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Text Box 36">
            <a:extLst>
              <a:ext uri="{FF2B5EF4-FFF2-40B4-BE49-F238E27FC236}">
                <a16:creationId xmlns:a16="http://schemas.microsoft.com/office/drawing/2014/main" id="{9E6F9D30-16F9-469F-AE0D-B4D32134B2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94565" y="6583363"/>
            <a:ext cx="854075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674975C-C355-4842-BACA-3BC177A62366}" type="slidenum">
              <a:rPr lang="en-US" altLang="ko-KR" sz="11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Box 52">
            <a:extLst>
              <a:ext uri="{FF2B5EF4-FFF2-40B4-BE49-F238E27FC236}">
                <a16:creationId xmlns:a16="http://schemas.microsoft.com/office/drawing/2014/main" id="{CC6DBBE8-5820-4F89-BEC3-F8B7E69277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2231" y="6575425"/>
            <a:ext cx="37973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Ver 1.0</a:t>
            </a:r>
          </a:p>
        </p:txBody>
      </p:sp>
      <p:sp>
        <p:nvSpPr>
          <p:cNvPr id="13" name="Line 58">
            <a:extLst>
              <a:ext uri="{FF2B5EF4-FFF2-40B4-BE49-F238E27FC236}">
                <a16:creationId xmlns:a16="http://schemas.microsoft.com/office/drawing/2014/main" id="{6DC1E0D7-836F-4C9E-BB10-E58E2B69830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622" y="6556374"/>
            <a:ext cx="904437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dirty="0"/>
          </a:p>
        </p:txBody>
      </p:sp>
      <p:sp>
        <p:nvSpPr>
          <p:cNvPr id="14" name="Text Box 44">
            <a:extLst>
              <a:ext uri="{FF2B5EF4-FFF2-40B4-BE49-F238E27FC236}">
                <a16:creationId xmlns:a16="http://schemas.microsoft.com/office/drawing/2014/main" id="{E7468285-3768-4A2C-91EA-135714684D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1503" y="6549905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sz="11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IntelliVIX</a:t>
            </a:r>
            <a:endParaRPr lang="ko-KR" altLang="en-US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82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5pPr>
      <a:lvl6pPr marL="422041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6pPr>
      <a:lvl7pPr marL="844083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7pPr>
      <a:lvl8pPr marL="1266124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8pPr>
      <a:lvl9pPr marL="1688165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2">
            <a:extLst>
              <a:ext uri="{FF2B5EF4-FFF2-40B4-BE49-F238E27FC236}">
                <a16:creationId xmlns:a16="http://schemas.microsoft.com/office/drawing/2014/main" id="{2A9968CC-6D70-4D0B-865B-69C10E0909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397" y="2735263"/>
            <a:ext cx="8763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3AF9117-CD22-42D0-BB9F-3B93BB239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2" y="2206625"/>
            <a:ext cx="9005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/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배회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사람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이벤트 검수 가이드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FB83CCD-3B50-48B0-8A75-DF6A0F11E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821" y="3006221"/>
            <a:ext cx="4827588" cy="223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2026-03-11</a:t>
            </a: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/AI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모델팀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eaLnBrk="1" latinLnBrk="1" hangingPunct="1"/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F0047A6E-625A-4002-99C5-D8517A12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5736999"/>
            <a:ext cx="908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Copyright © IntelliVIX</a:t>
            </a:r>
          </a:p>
          <a:p>
            <a:pPr algn="ctr" eaLnBrk="1" latinLnBrk="1" hangingPunct="1"/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IntelliVIX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의 사전 승인 없이 본 내용의 전부 또는 일부에 대한 복사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C51170F-772F-4FFE-8202-8A524DD8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97" y="267940"/>
            <a:ext cx="2193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21B8EF-3493-9629-6334-BCCCC4A54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161572"/>
              </p:ext>
            </p:extLst>
          </p:nvPr>
        </p:nvGraphicFramePr>
        <p:xfrm>
          <a:off x="7290102" y="160655"/>
          <a:ext cx="1733307" cy="61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769">
                  <a:extLst>
                    <a:ext uri="{9D8B030D-6E8A-4147-A177-3AD203B41FA5}">
                      <a16:colId xmlns:a16="http://schemas.microsoft.com/office/drawing/2014/main" val="1454478206"/>
                    </a:ext>
                  </a:extLst>
                </a:gridCol>
                <a:gridCol w="577769">
                  <a:extLst>
                    <a:ext uri="{9D8B030D-6E8A-4147-A177-3AD203B41FA5}">
                      <a16:colId xmlns:a16="http://schemas.microsoft.com/office/drawing/2014/main" val="65222542"/>
                    </a:ext>
                  </a:extLst>
                </a:gridCol>
                <a:gridCol w="577769">
                  <a:extLst>
                    <a:ext uri="{9D8B030D-6E8A-4147-A177-3AD203B41FA5}">
                      <a16:colId xmlns:a16="http://schemas.microsoft.com/office/drawing/2014/main" val="1742202260"/>
                    </a:ext>
                  </a:extLst>
                </a:gridCol>
              </a:tblGrid>
              <a:tr h="1536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대외비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687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609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9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6">
            <a:extLst>
              <a:ext uri="{FF2B5EF4-FFF2-40B4-BE49-F238E27FC236}">
                <a16:creationId xmlns:a16="http://schemas.microsoft.com/office/drawing/2014/main" id="{0811E5C6-DC32-482C-9C26-CF30F6CD0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577752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정 이 력</a:t>
            </a:r>
          </a:p>
        </p:txBody>
      </p:sp>
      <p:graphicFrame>
        <p:nvGraphicFramePr>
          <p:cNvPr id="7" name="Group 141">
            <a:extLst>
              <a:ext uri="{FF2B5EF4-FFF2-40B4-BE49-F238E27FC236}">
                <a16:creationId xmlns:a16="http://schemas.microsoft.com/office/drawing/2014/main" id="{096A4338-D822-4A70-8F8F-2B3AD5D83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576704"/>
              </p:ext>
            </p:extLst>
          </p:nvPr>
        </p:nvGraphicFramePr>
        <p:xfrm>
          <a:off x="243906" y="1112030"/>
          <a:ext cx="8656188" cy="4018383"/>
        </p:xfrm>
        <a:graphic>
          <a:graphicData uri="http://schemas.openxmlformats.org/drawingml/2006/table">
            <a:tbl>
              <a:tblPr/>
              <a:tblGrid>
                <a:gridCol w="769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7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620">
                  <a:extLst>
                    <a:ext uri="{9D8B030D-6E8A-4147-A177-3AD203B41FA5}">
                      <a16:colId xmlns:a16="http://schemas.microsoft.com/office/drawing/2014/main" val="1819693844"/>
                    </a:ext>
                  </a:extLst>
                </a:gridCol>
                <a:gridCol w="961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6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  <a:endParaRPr kumimoji="1" lang="ko-KR" altLang="en-US" sz="12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8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 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2026-03-11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 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전창현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장대석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장대석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52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3638-BEBC-CA5A-5144-3D99AC03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8768F-2D1B-5A11-5D9C-2214F4B3FBD3}"/>
              </a:ext>
            </a:extLst>
          </p:cNvPr>
          <p:cNvSpPr txBox="1"/>
          <p:nvPr/>
        </p:nvSpPr>
        <p:spPr>
          <a:xfrm>
            <a:off x="168443" y="432546"/>
            <a:ext cx="8890627" cy="3583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설명 내용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이미지가 사람인 경우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아니요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판단불가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연령대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어린이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청소년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성별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남자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언급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인상착의 위주의 설명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특이한 자세일 경우 언급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쓰러짐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달리기 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이미지가 사람이 아닌 경우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아니요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이것은 사람이 아닌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{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 이름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&lt;-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고정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객체의 형태와 색상 설명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사람인지 아닌지 판단하기 어려운 경우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사람 여부를 판단하기 어렵습니다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&lt;-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고정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판단하기 어려운 이유 설명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6E756-CE8E-A8CD-5003-74A9924B111C}"/>
              </a:ext>
            </a:extLst>
          </p:cNvPr>
          <p:cNvSpPr txBox="1"/>
          <p:nvPr/>
        </p:nvSpPr>
        <p:spPr>
          <a:xfrm>
            <a:off x="0" y="-23813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설명</a:t>
            </a:r>
          </a:p>
        </p:txBody>
      </p:sp>
    </p:spTree>
    <p:extLst>
      <p:ext uri="{BB962C8B-B14F-4D97-AF65-F5344CB8AC3E}">
        <p14:creationId xmlns:p14="http://schemas.microsoft.com/office/powerpoint/2010/main" val="9667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46432-A14A-1E6D-CA2E-E514F551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255FE-EADA-4DB4-D091-0253CD6B07D3}"/>
              </a:ext>
            </a:extLst>
          </p:cNvPr>
          <p:cNvSpPr txBox="1"/>
          <p:nvPr/>
        </p:nvSpPr>
        <p:spPr>
          <a:xfrm>
            <a:off x="168443" y="432546"/>
            <a:ext cx="8890627" cy="390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검증파트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설명파트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검증파트를 확인 후 설명파트 확인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전체를 복사해서 수정하는 것은 아니고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작성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검증파트가 틀린 경우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검증파트만 수정하는 것이 아니고 객체 설명까지 추가 작성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/>
              <a:t>네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흰색 셔츠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청바지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흰 신발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설명파트의 표현은 반드시 하나의 표현으로만 작성할 필요는 없고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다양하게 작성 가능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설명파트에서 미착용의 경우는 뒤에 </a:t>
            </a:r>
            <a:r>
              <a:rPr lang="en-US" altLang="ko-KR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붙임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모자를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안썼는데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모자를 썼다고 응답한 경우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모자 없음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응답은 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쉼표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구분하고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쉼표 뒤에 띄어쓰기 하지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말것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화질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등으로 인해 이미지를 확인하기 정말 어려운 경우에만 </a:t>
            </a:r>
            <a:r>
              <a:rPr lang="en-US" altLang="ko-KR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판단불가</a:t>
            </a:r>
            <a:r>
              <a:rPr lang="en-US" altLang="ko-KR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9B210-5955-2CC0-E331-250DD619DE3A}"/>
              </a:ext>
            </a:extLst>
          </p:cNvPr>
          <p:cNvSpPr txBox="1"/>
          <p:nvPr/>
        </p:nvSpPr>
        <p:spPr>
          <a:xfrm>
            <a:off x="0" y="-23813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검수 설명</a:t>
            </a:r>
          </a:p>
        </p:txBody>
      </p:sp>
      <p:pic>
        <p:nvPicPr>
          <p:cNvPr id="3" name="그림 2" descr="텍스트, 스크린샷, 디자인, 레이아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D7B6D-B13A-77D0-AB21-E432C23CC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3" t="76242" r="45068" b="13959"/>
          <a:stretch>
            <a:fillRect/>
          </a:stretch>
        </p:blipFill>
        <p:spPr>
          <a:xfrm>
            <a:off x="1046747" y="1119801"/>
            <a:ext cx="4385510" cy="270711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399C5E0-89D3-5B88-8C5A-B965CBC2AC6E}"/>
              </a:ext>
            </a:extLst>
          </p:cNvPr>
          <p:cNvCxnSpPr>
            <a:cxnSpLocks/>
          </p:cNvCxnSpPr>
          <p:nvPr/>
        </p:nvCxnSpPr>
        <p:spPr bwMode="auto">
          <a:xfrm>
            <a:off x="1046747" y="1390512"/>
            <a:ext cx="203591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4A7222-1EEF-2AF7-C37A-F3D9AD293FF3}"/>
              </a:ext>
            </a:extLst>
          </p:cNvPr>
          <p:cNvSpPr txBox="1"/>
          <p:nvPr/>
        </p:nvSpPr>
        <p:spPr>
          <a:xfrm>
            <a:off x="799728" y="139051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검증파트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18508DC-7E5C-D4AB-DC0F-49F18E7AD6B4}"/>
              </a:ext>
            </a:extLst>
          </p:cNvPr>
          <p:cNvCxnSpPr>
            <a:cxnSpLocks/>
          </p:cNvCxnSpPr>
          <p:nvPr/>
        </p:nvCxnSpPr>
        <p:spPr bwMode="auto">
          <a:xfrm>
            <a:off x="1449805" y="1390512"/>
            <a:ext cx="3916279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555E81-5EE2-07ED-4E2A-5FEC50BD91FF}"/>
              </a:ext>
            </a:extLst>
          </p:cNvPr>
          <p:cNvSpPr txBox="1"/>
          <p:nvPr/>
        </p:nvSpPr>
        <p:spPr>
          <a:xfrm>
            <a:off x="2890688" y="1415002"/>
            <a:ext cx="697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설명파트</a:t>
            </a:r>
          </a:p>
        </p:txBody>
      </p:sp>
    </p:spTree>
    <p:extLst>
      <p:ext uri="{BB962C8B-B14F-4D97-AF65-F5344CB8AC3E}">
        <p14:creationId xmlns:p14="http://schemas.microsoft.com/office/powerpoint/2010/main" val="728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CE62-417E-49F4-BB24-735D103A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E2DBE-6B0F-42B2-2C2E-E65200275FCE}"/>
              </a:ext>
            </a:extLst>
          </p:cNvPr>
          <p:cNvSpPr txBox="1"/>
          <p:nvPr/>
        </p:nvSpPr>
        <p:spPr>
          <a:xfrm>
            <a:off x="168443" y="432546"/>
            <a:ext cx="8890627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에러 예시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 파트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아니요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에러 예시 샘플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A227B-7E20-BBFE-A738-74D7A0E48F29}"/>
              </a:ext>
            </a:extLst>
          </p:cNvPr>
          <p:cNvSpPr txBox="1"/>
          <p:nvPr/>
        </p:nvSpPr>
        <p:spPr>
          <a:xfrm>
            <a:off x="0" y="-23813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검수 예시</a:t>
            </a:r>
          </a:p>
        </p:txBody>
      </p:sp>
      <p:pic>
        <p:nvPicPr>
          <p:cNvPr id="3" name="그림 2" descr="텍스트, 스크린샷, 디자인, 레이아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18B90-3807-C242-41FE-C7BDEDE8B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37" t="5906" r="40716" b="36824"/>
          <a:stretch>
            <a:fillRect/>
          </a:stretch>
        </p:blipFill>
        <p:spPr>
          <a:xfrm>
            <a:off x="1245270" y="1143000"/>
            <a:ext cx="1612231" cy="1582152"/>
          </a:xfrm>
          <a:prstGeom prst="rect">
            <a:avLst/>
          </a:prstGeom>
        </p:spPr>
      </p:pic>
      <p:pic>
        <p:nvPicPr>
          <p:cNvPr id="4" name="그림 3" descr="텍스트, 스크린샷, 디자인, 레이아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FC6EEA-8E99-A0E1-8E12-1F7724962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3" t="76242" r="45068" b="13959"/>
          <a:stretch>
            <a:fillRect/>
          </a:stretch>
        </p:blipFill>
        <p:spPr>
          <a:xfrm>
            <a:off x="3104147" y="2250770"/>
            <a:ext cx="4385510" cy="270711"/>
          </a:xfrm>
          <a:prstGeom prst="rect">
            <a:avLst/>
          </a:prstGeom>
        </p:spPr>
      </p:pic>
      <p:pic>
        <p:nvPicPr>
          <p:cNvPr id="10" name="그림 9" descr="텍스트, 스크린샷, 가축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76A95C-973E-99F2-ED65-BE1F1DE9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008" t="4602" r="33034" b="27310"/>
          <a:stretch>
            <a:fillRect/>
          </a:stretch>
        </p:blipFill>
        <p:spPr>
          <a:xfrm>
            <a:off x="1245270" y="3855653"/>
            <a:ext cx="1619251" cy="1859347"/>
          </a:xfrm>
          <a:prstGeom prst="rect">
            <a:avLst/>
          </a:prstGeom>
        </p:spPr>
      </p:pic>
      <p:pic>
        <p:nvPicPr>
          <p:cNvPr id="11" name="그림 10" descr="텍스트, 스크린샷, 가축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B3A7CB-36B6-CB18-9BC1-49A4C270C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9" t="85060" r="21457" b="7988"/>
          <a:stretch>
            <a:fillRect/>
          </a:stretch>
        </p:blipFill>
        <p:spPr>
          <a:xfrm>
            <a:off x="3093870" y="5169267"/>
            <a:ext cx="5776286" cy="215900"/>
          </a:xfrm>
          <a:prstGeom prst="rect">
            <a:avLst/>
          </a:prstGeom>
        </p:spPr>
      </p:pic>
      <p:pic>
        <p:nvPicPr>
          <p:cNvPr id="12" name="그림 11" descr="텍스트, 스크린샷, 가축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6D64A6-430F-F9C2-15B0-6061C4B5E1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226" t="85060" r="4822" b="7988"/>
          <a:stretch>
            <a:fillRect/>
          </a:stretch>
        </p:blipFill>
        <p:spPr>
          <a:xfrm>
            <a:off x="3093870" y="5385167"/>
            <a:ext cx="1279567" cy="2159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7EAB813-3A67-31C2-6739-3E368824765D}"/>
              </a:ext>
            </a:extLst>
          </p:cNvPr>
          <p:cNvSpPr/>
          <p:nvPr/>
        </p:nvSpPr>
        <p:spPr bwMode="auto">
          <a:xfrm>
            <a:off x="3103929" y="2257213"/>
            <a:ext cx="184913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16F40DD-FBCB-B158-5C41-EC62FBDD88B3}"/>
              </a:ext>
            </a:extLst>
          </p:cNvPr>
          <p:cNvCxnSpPr>
            <a:cxnSpLocks/>
          </p:cNvCxnSpPr>
          <p:nvPr/>
        </p:nvCxnSpPr>
        <p:spPr bwMode="auto">
          <a:xfrm flipV="1">
            <a:off x="2929665" y="2226221"/>
            <a:ext cx="434958" cy="277213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F2D6A0-04D7-E5CE-2C02-2893CA5D6A7A}"/>
              </a:ext>
            </a:extLst>
          </p:cNvPr>
          <p:cNvSpPr txBox="1"/>
          <p:nvPr/>
        </p:nvSpPr>
        <p:spPr>
          <a:xfrm>
            <a:off x="2851822" y="205889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6974A-9186-45D2-D226-7F4240796A26}"/>
              </a:ext>
            </a:extLst>
          </p:cNvPr>
          <p:cNvSpPr txBox="1"/>
          <p:nvPr/>
        </p:nvSpPr>
        <p:spPr>
          <a:xfrm>
            <a:off x="2851822" y="2887579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b="1" dirty="0"/>
              <a:t>아니요</a:t>
            </a:r>
            <a:r>
              <a:rPr lang="en-US" altLang="ko-KR" b="1" dirty="0"/>
              <a:t>,</a:t>
            </a:r>
            <a:r>
              <a:rPr lang="ko-KR" altLang="en-US" b="1" dirty="0" err="1"/>
              <a:t>볼라드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D9E76-A5E9-8300-81CA-708D731B40C2}"/>
              </a:ext>
            </a:extLst>
          </p:cNvPr>
          <p:cNvSpPr txBox="1"/>
          <p:nvPr/>
        </p:nvSpPr>
        <p:spPr>
          <a:xfrm>
            <a:off x="2851822" y="5872152"/>
            <a:ext cx="391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b="1" dirty="0"/>
              <a:t>네</a:t>
            </a:r>
            <a:r>
              <a:rPr lang="en-US" altLang="ko-KR" b="1" dirty="0"/>
              <a:t>,</a:t>
            </a:r>
            <a:r>
              <a:rPr lang="ko-KR" altLang="en-US" b="1" dirty="0"/>
              <a:t>흰색 셔츠</a:t>
            </a:r>
            <a:r>
              <a:rPr lang="en-US" altLang="ko-KR" b="1" dirty="0"/>
              <a:t>,</a:t>
            </a:r>
            <a:r>
              <a:rPr lang="ko-KR" altLang="en-US" b="1" dirty="0"/>
              <a:t>청바지</a:t>
            </a:r>
            <a:r>
              <a:rPr lang="en-US" altLang="ko-KR" b="1" dirty="0"/>
              <a:t>,</a:t>
            </a:r>
            <a:r>
              <a:rPr lang="ko-KR" altLang="en-US" b="1" dirty="0"/>
              <a:t>흰 신발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72BFAF-1BC3-B8B4-9A13-BCDD1CEAA14C}"/>
              </a:ext>
            </a:extLst>
          </p:cNvPr>
          <p:cNvSpPr/>
          <p:nvPr/>
        </p:nvSpPr>
        <p:spPr bwMode="auto">
          <a:xfrm>
            <a:off x="3060714" y="5156994"/>
            <a:ext cx="524700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7D6330E-58E2-0904-E50D-7D1862744DA4}"/>
              </a:ext>
            </a:extLst>
          </p:cNvPr>
          <p:cNvCxnSpPr>
            <a:cxnSpLocks/>
          </p:cNvCxnSpPr>
          <p:nvPr/>
        </p:nvCxnSpPr>
        <p:spPr bwMode="auto">
          <a:xfrm flipV="1">
            <a:off x="2939360" y="5123297"/>
            <a:ext cx="748319" cy="307841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8AFB29-99EB-F611-F610-B4463D2518D5}"/>
              </a:ext>
            </a:extLst>
          </p:cNvPr>
          <p:cNvSpPr txBox="1"/>
          <p:nvPr/>
        </p:nvSpPr>
        <p:spPr>
          <a:xfrm>
            <a:off x="2808607" y="4940632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</a:t>
            </a:r>
          </a:p>
        </p:txBody>
      </p:sp>
    </p:spTree>
    <p:extLst>
      <p:ext uri="{BB962C8B-B14F-4D97-AF65-F5344CB8AC3E}">
        <p14:creationId xmlns:p14="http://schemas.microsoft.com/office/powerpoint/2010/main" val="316549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F500-F4C7-1982-B907-43665A72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0B365-A7DD-BB7B-10F0-B6738474444D}"/>
              </a:ext>
            </a:extLst>
          </p:cNvPr>
          <p:cNvSpPr txBox="1"/>
          <p:nvPr/>
        </p:nvSpPr>
        <p:spPr>
          <a:xfrm>
            <a:off x="168442" y="426530"/>
            <a:ext cx="8890627" cy="675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에러 예시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 파트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에러 예시 샘플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DA7CA-24F7-CEB0-E468-8AE50103E925}"/>
              </a:ext>
            </a:extLst>
          </p:cNvPr>
          <p:cNvSpPr txBox="1"/>
          <p:nvPr/>
        </p:nvSpPr>
        <p:spPr>
          <a:xfrm>
            <a:off x="0" y="-23813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및 분석</a:t>
            </a:r>
          </a:p>
        </p:txBody>
      </p:sp>
      <p:pic>
        <p:nvPicPr>
          <p:cNvPr id="3" name="그림 2" descr="텍스트, 스크린샷, 디자인, 레이아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4AC7CC-9B8B-6BA4-224D-AABFB97E2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37" t="5906" r="40716" b="36824"/>
          <a:stretch>
            <a:fillRect/>
          </a:stretch>
        </p:blipFill>
        <p:spPr>
          <a:xfrm>
            <a:off x="1245270" y="1143000"/>
            <a:ext cx="1612231" cy="1582152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4ADC3E-2FD4-1482-74D3-6B7F07DA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8" t="87637" r="27929" b="3743"/>
          <a:stretch>
            <a:fillRect/>
          </a:stretch>
        </p:blipFill>
        <p:spPr>
          <a:xfrm>
            <a:off x="3093870" y="2264790"/>
            <a:ext cx="5881688" cy="214314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4FF530-872B-16F7-3407-7C401C27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772" t="9134" r="40128" b="27233"/>
          <a:stretch>
            <a:fillRect/>
          </a:stretch>
        </p:blipFill>
        <p:spPr>
          <a:xfrm>
            <a:off x="1245269" y="1142999"/>
            <a:ext cx="1612232" cy="1582154"/>
          </a:xfrm>
          <a:prstGeom prst="rect">
            <a:avLst/>
          </a:prstGeom>
        </p:spPr>
      </p:pic>
      <p:pic>
        <p:nvPicPr>
          <p:cNvPr id="13" name="그림 1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81A280-B325-BB8D-A34C-C1EC827A47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61" t="83294" r="31978" b="8895"/>
          <a:stretch>
            <a:fillRect/>
          </a:stretch>
        </p:blipFill>
        <p:spPr>
          <a:xfrm>
            <a:off x="3093870" y="4046360"/>
            <a:ext cx="5514976" cy="214314"/>
          </a:xfrm>
          <a:prstGeom prst="rect">
            <a:avLst/>
          </a:prstGeom>
        </p:spPr>
      </p:pic>
      <p:pic>
        <p:nvPicPr>
          <p:cNvPr id="14" name="그림 1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08769A-6084-A654-8104-2FA83FEF39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755" t="11282" r="40336" b="31051"/>
          <a:stretch>
            <a:fillRect/>
          </a:stretch>
        </p:blipFill>
        <p:spPr>
          <a:xfrm>
            <a:off x="1245269" y="2926087"/>
            <a:ext cx="1612232" cy="1582154"/>
          </a:xfrm>
          <a:prstGeom prst="rect">
            <a:avLst/>
          </a:prstGeom>
        </p:spPr>
      </p:pic>
      <p:pic>
        <p:nvPicPr>
          <p:cNvPr id="15" name="그림 14" descr="텍스트, 스크린샷, 온라인 광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8857A6-64D9-6747-7B48-607FCD1CDE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772" t="12157" r="40507" b="29550"/>
          <a:stretch>
            <a:fillRect/>
          </a:stretch>
        </p:blipFill>
        <p:spPr>
          <a:xfrm>
            <a:off x="1252289" y="4676776"/>
            <a:ext cx="1612232" cy="1599336"/>
          </a:xfrm>
          <a:prstGeom prst="rect">
            <a:avLst/>
          </a:prstGeom>
        </p:spPr>
      </p:pic>
      <p:pic>
        <p:nvPicPr>
          <p:cNvPr id="16" name="그림 15" descr="텍스트, 스크린샷, 온라인 광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A58CA6-6412-BAAC-0E8E-5654A5EA11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27" t="85509" r="29058" b="7471"/>
          <a:stretch>
            <a:fillRect/>
          </a:stretch>
        </p:blipFill>
        <p:spPr>
          <a:xfrm>
            <a:off x="3093871" y="5821512"/>
            <a:ext cx="5805654" cy="192607"/>
          </a:xfrm>
          <a:prstGeom prst="rect">
            <a:avLst/>
          </a:prstGeom>
        </p:spPr>
      </p:pic>
      <p:pic>
        <p:nvPicPr>
          <p:cNvPr id="17" name="그림 16" descr="텍스트, 스크린샷, 온라인 광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16950E-DA08-5B81-E1C1-58A8AE3802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395" t="85509" r="20999" b="7471"/>
          <a:stretch>
            <a:fillRect/>
          </a:stretch>
        </p:blipFill>
        <p:spPr>
          <a:xfrm>
            <a:off x="3093869" y="6014119"/>
            <a:ext cx="691983" cy="192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967ACF-3D80-8671-3971-F36D887B64AC}"/>
              </a:ext>
            </a:extLst>
          </p:cNvPr>
          <p:cNvSpPr txBox="1"/>
          <p:nvPr/>
        </p:nvSpPr>
        <p:spPr>
          <a:xfrm>
            <a:off x="3567367" y="284180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 err="1"/>
              <a:t>볼라드</a:t>
            </a:r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571E7C-C2AD-D664-CB76-40EE14E0795C}"/>
              </a:ext>
            </a:extLst>
          </p:cNvPr>
          <p:cNvSpPr/>
          <p:nvPr/>
        </p:nvSpPr>
        <p:spPr bwMode="auto">
          <a:xfrm>
            <a:off x="5130146" y="2262171"/>
            <a:ext cx="404380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E141E60-4492-C413-04A1-2A1FDD78FB54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8792" y="2166983"/>
            <a:ext cx="664097" cy="369332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CB5A5F-5378-7DC3-41FA-6F5981A8C83F}"/>
              </a:ext>
            </a:extLst>
          </p:cNvPr>
          <p:cNvSpPr txBox="1"/>
          <p:nvPr/>
        </p:nvSpPr>
        <p:spPr>
          <a:xfrm>
            <a:off x="4878039" y="204580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볼라드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F2E1E-6AF0-9D61-3742-A363B0A68407}"/>
              </a:ext>
            </a:extLst>
          </p:cNvPr>
          <p:cNvSpPr txBox="1"/>
          <p:nvPr/>
        </p:nvSpPr>
        <p:spPr>
          <a:xfrm>
            <a:off x="3567367" y="4330376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/>
              <a:t>중앙 분리대</a:t>
            </a:r>
            <a:endParaRPr lang="ko-KR" altLang="en-US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967BA6-EAE4-1E4A-0CA6-272FDE93C23B}"/>
              </a:ext>
            </a:extLst>
          </p:cNvPr>
          <p:cNvSpPr/>
          <p:nvPr/>
        </p:nvSpPr>
        <p:spPr bwMode="auto">
          <a:xfrm>
            <a:off x="5130146" y="4043047"/>
            <a:ext cx="404380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ECC18D5-D93B-BB02-8761-998CCF8A8ADE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8792" y="3947859"/>
            <a:ext cx="664097" cy="369332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0C32CE-83FA-F958-63C6-2A71A15B23F5}"/>
              </a:ext>
            </a:extLst>
          </p:cNvPr>
          <p:cNvSpPr txBox="1"/>
          <p:nvPr/>
        </p:nvSpPr>
        <p:spPr>
          <a:xfrm>
            <a:off x="4878039" y="382668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중앙분리대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98F650F-5701-D0DE-AC16-600F1B086315}"/>
              </a:ext>
            </a:extLst>
          </p:cNvPr>
          <p:cNvSpPr/>
          <p:nvPr/>
        </p:nvSpPr>
        <p:spPr bwMode="auto">
          <a:xfrm>
            <a:off x="5126329" y="5797186"/>
            <a:ext cx="664096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8403362-E769-51D6-7FF6-04B99A962BA5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4975" y="5701998"/>
            <a:ext cx="664097" cy="369332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AA4102-C671-E3FD-3AB6-2D7493D03742}"/>
              </a:ext>
            </a:extLst>
          </p:cNvPr>
          <p:cNvSpPr txBox="1"/>
          <p:nvPr/>
        </p:nvSpPr>
        <p:spPr>
          <a:xfrm>
            <a:off x="4754569" y="5550965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일부분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C20C17-21FF-E97B-A41F-2B90DC4663D5}"/>
              </a:ext>
            </a:extLst>
          </p:cNvPr>
          <p:cNvSpPr txBox="1"/>
          <p:nvPr/>
        </p:nvSpPr>
        <p:spPr>
          <a:xfrm>
            <a:off x="3714900" y="6132885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/>
              <a:t>자동차 일부분</a:t>
            </a:r>
            <a:endParaRPr lang="ko-KR" altLang="en-US" b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4C073C6-B496-8932-06F6-25CE7C5B164D}"/>
              </a:ext>
            </a:extLst>
          </p:cNvPr>
          <p:cNvCxnSpPr>
            <a:cxnSpLocks/>
          </p:cNvCxnSpPr>
          <p:nvPr/>
        </p:nvCxnSpPr>
        <p:spPr bwMode="auto">
          <a:xfrm flipV="1">
            <a:off x="5509959" y="4760380"/>
            <a:ext cx="1052287" cy="809049"/>
          </a:xfrm>
          <a:prstGeom prst="straightConnector1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E7A5B7E-3AE4-A5EA-391B-887020B25B1A}"/>
              </a:ext>
            </a:extLst>
          </p:cNvPr>
          <p:cNvSpPr txBox="1"/>
          <p:nvPr/>
        </p:nvSpPr>
        <p:spPr>
          <a:xfrm>
            <a:off x="6389948" y="4247655"/>
            <a:ext cx="2595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표현은 다양 </a:t>
            </a:r>
            <a:r>
              <a:rPr lang="ko-KR" altLang="en-US" dirty="0" err="1"/>
              <a:t>한게</a:t>
            </a:r>
            <a:r>
              <a:rPr lang="ko-KR" altLang="en-US" dirty="0"/>
              <a:t> 좋으니 하나의 표현으로만 작업되지 않으면 좋음 </a:t>
            </a:r>
          </a:p>
        </p:txBody>
      </p:sp>
    </p:spTree>
    <p:extLst>
      <p:ext uri="{BB962C8B-B14F-4D97-AF65-F5344CB8AC3E}">
        <p14:creationId xmlns:p14="http://schemas.microsoft.com/office/powerpoint/2010/main" val="341986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C145-3CE2-7280-6DAA-F429E3AA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515862-C040-6E82-9E20-C73A4C9DB8D7}"/>
              </a:ext>
            </a:extLst>
          </p:cNvPr>
          <p:cNvSpPr txBox="1"/>
          <p:nvPr/>
        </p:nvSpPr>
        <p:spPr>
          <a:xfrm>
            <a:off x="168442" y="426530"/>
            <a:ext cx="8890627" cy="675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에러 예시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 파트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에러 예시 샘플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C01F8-CA8E-F71A-3422-C48901E2204C}"/>
              </a:ext>
            </a:extLst>
          </p:cNvPr>
          <p:cNvSpPr txBox="1"/>
          <p:nvPr/>
        </p:nvSpPr>
        <p:spPr>
          <a:xfrm>
            <a:off x="0" y="-23813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및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B352F0-016C-5E7B-057C-0DA8927D3A61}"/>
              </a:ext>
            </a:extLst>
          </p:cNvPr>
          <p:cNvSpPr txBox="1"/>
          <p:nvPr/>
        </p:nvSpPr>
        <p:spPr>
          <a:xfrm>
            <a:off x="3567367" y="234851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/>
              <a:t>하늘색 안전모</a:t>
            </a:r>
            <a:endParaRPr lang="ko-KR" altLang="en-US" b="1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C585520-721B-F051-8047-BAEA47A36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15" y="1167968"/>
            <a:ext cx="1600200" cy="1600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25FEFED-A612-E446-84E0-1148C750A3AE}"/>
              </a:ext>
            </a:extLst>
          </p:cNvPr>
          <p:cNvSpPr txBox="1"/>
          <p:nvPr/>
        </p:nvSpPr>
        <p:spPr>
          <a:xfrm>
            <a:off x="2958907" y="1930898"/>
            <a:ext cx="5392823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네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성인 남성입니다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검은색 상하의에 </a:t>
            </a:r>
            <a:r>
              <a:rPr lang="ko-KR" altLang="en-US" sz="1400" b="1" dirty="0" err="1"/>
              <a:t>하네스를</a:t>
            </a:r>
            <a:r>
              <a:rPr lang="ko-KR" altLang="en-US" sz="1400" b="1" dirty="0"/>
              <a:t> 착용하고 있습니다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E239B-C5C2-AD96-8833-F336E4B394D6}"/>
              </a:ext>
            </a:extLst>
          </p:cNvPr>
          <p:cNvSpPr txBox="1"/>
          <p:nvPr/>
        </p:nvSpPr>
        <p:spPr>
          <a:xfrm>
            <a:off x="5134519" y="1706220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하늘색 안전모 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D54E1C5-449A-9B10-E269-AAC6464CB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15" y="2982829"/>
            <a:ext cx="1600200" cy="32385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97869EB-94A9-6FA7-8A75-539B29AA7654}"/>
              </a:ext>
            </a:extLst>
          </p:cNvPr>
          <p:cNvSpPr txBox="1"/>
          <p:nvPr/>
        </p:nvSpPr>
        <p:spPr>
          <a:xfrm>
            <a:off x="3567367" y="507490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 err="1"/>
              <a:t>하네스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2F9DA3-02BE-340B-9DAB-B580C0A10349}"/>
              </a:ext>
            </a:extLst>
          </p:cNvPr>
          <p:cNvSpPr txBox="1"/>
          <p:nvPr/>
        </p:nvSpPr>
        <p:spPr>
          <a:xfrm>
            <a:off x="2958907" y="4511671"/>
            <a:ext cx="4913525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네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성인 남성입니다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검은색 상하의에 노란색 안전모 그리고 </a:t>
            </a:r>
            <a:br>
              <a:rPr lang="en-US" altLang="ko-KR" sz="1400" b="1" dirty="0"/>
            </a:br>
            <a:r>
              <a:rPr lang="ko-KR" altLang="en-US" sz="1400" b="1" dirty="0"/>
              <a:t>안전화를 착용하고 있습니다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726DC9-4033-9335-BC44-B0CF4066182A}"/>
              </a:ext>
            </a:extLst>
          </p:cNvPr>
          <p:cNvSpPr txBox="1"/>
          <p:nvPr/>
        </p:nvSpPr>
        <p:spPr>
          <a:xfrm>
            <a:off x="5134519" y="4286993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하네스</a:t>
            </a:r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603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9A6A-9808-F14E-CEDD-10218601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16515-3758-C472-A2C3-81598FD9DBD3}"/>
              </a:ext>
            </a:extLst>
          </p:cNvPr>
          <p:cNvSpPr txBox="1"/>
          <p:nvPr/>
        </p:nvSpPr>
        <p:spPr>
          <a:xfrm>
            <a:off x="168442" y="426530"/>
            <a:ext cx="8890627" cy="326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에러 예시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 파트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에러 예시 샘플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 파트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에러 예시 샘플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66C25-5BAF-FB0F-8BF3-5F25FAC202B7}"/>
              </a:ext>
            </a:extLst>
          </p:cNvPr>
          <p:cNvSpPr txBox="1"/>
          <p:nvPr/>
        </p:nvSpPr>
        <p:spPr>
          <a:xfrm>
            <a:off x="0" y="-23813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및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84B23-39F1-3893-36D7-7EDC9B94A738}"/>
              </a:ext>
            </a:extLst>
          </p:cNvPr>
          <p:cNvSpPr txBox="1"/>
          <p:nvPr/>
        </p:nvSpPr>
        <p:spPr>
          <a:xfrm>
            <a:off x="3567367" y="2437521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/>
              <a:t>공사 장비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F1005-7E27-5A36-F5F6-0D7871FD8697}"/>
              </a:ext>
            </a:extLst>
          </p:cNvPr>
          <p:cNvSpPr txBox="1"/>
          <p:nvPr/>
        </p:nvSpPr>
        <p:spPr>
          <a:xfrm>
            <a:off x="2958907" y="1930898"/>
            <a:ext cx="5392823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아니요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이것은 사람이 아닌 실타래입니다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노란색 실타래로 바닥에</a:t>
            </a:r>
            <a:br>
              <a:rPr lang="en-US" altLang="ko-KR" sz="1400" b="1" dirty="0"/>
            </a:br>
            <a:r>
              <a:rPr lang="ko-KR" altLang="en-US" sz="1400" b="1" dirty="0"/>
              <a:t>놓여 있습니다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1CC4B-B525-4C85-E9BA-F5E1A6CC9FCF}"/>
              </a:ext>
            </a:extLst>
          </p:cNvPr>
          <p:cNvSpPr txBox="1"/>
          <p:nvPr/>
        </p:nvSpPr>
        <p:spPr>
          <a:xfrm>
            <a:off x="5134519" y="1591148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공사 장비 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정확한 이름을 알기 </a:t>
            </a:r>
            <a:r>
              <a:rPr lang="ko-KR" altLang="en-US" sz="1000" b="1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어려울때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C33204-8718-15B4-0543-2A033399D38A}"/>
              </a:ext>
            </a:extLst>
          </p:cNvPr>
          <p:cNvSpPr txBox="1"/>
          <p:nvPr/>
        </p:nvSpPr>
        <p:spPr>
          <a:xfrm>
            <a:off x="3567367" y="5074903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Caption: </a:t>
            </a:r>
            <a:r>
              <a:rPr lang="ko-KR" altLang="en-US" dirty="0"/>
              <a:t>아니요</a:t>
            </a:r>
            <a:r>
              <a:rPr lang="en-US" altLang="ko-KR" dirty="0"/>
              <a:t>, </a:t>
            </a:r>
            <a:r>
              <a:rPr lang="ko-KR" altLang="en-US" dirty="0"/>
              <a:t>건물 건축 중 일부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353495-9333-243F-3E1D-D365102C4433}"/>
              </a:ext>
            </a:extLst>
          </p:cNvPr>
          <p:cNvSpPr txBox="1"/>
          <p:nvPr/>
        </p:nvSpPr>
        <p:spPr>
          <a:xfrm>
            <a:off x="2958907" y="4511671"/>
            <a:ext cx="4334841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네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성인 남성입니다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검은색 상하의를 입고 있습니다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A5E40E-B6AD-9206-B67D-07A24A355E49}"/>
              </a:ext>
            </a:extLst>
          </p:cNvPr>
          <p:cNvSpPr txBox="1"/>
          <p:nvPr/>
        </p:nvSpPr>
        <p:spPr>
          <a:xfrm>
            <a:off x="2856778" y="419398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아니요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E2B8DF-29C3-EDC8-5236-90DBF7B3E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20" y="1238733"/>
            <a:ext cx="1986932" cy="168588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71AEA0F-EFED-F1F6-C4CF-C894FD12A5F5}"/>
              </a:ext>
            </a:extLst>
          </p:cNvPr>
          <p:cNvSpPr/>
          <p:nvPr/>
        </p:nvSpPr>
        <p:spPr bwMode="auto">
          <a:xfrm>
            <a:off x="5165669" y="1976319"/>
            <a:ext cx="591441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284AD28-50C4-25BF-C322-43043FABFD01}"/>
              </a:ext>
            </a:extLst>
          </p:cNvPr>
          <p:cNvCxnSpPr>
            <a:cxnSpLocks/>
          </p:cNvCxnSpPr>
          <p:nvPr/>
        </p:nvCxnSpPr>
        <p:spPr bwMode="auto">
          <a:xfrm flipV="1">
            <a:off x="5044316" y="1881131"/>
            <a:ext cx="664097" cy="369332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B50253A5-EE18-9DC5-171F-2803019C2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01" y="3830306"/>
            <a:ext cx="1600200" cy="18859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D7A8AC-BC00-2F7F-7978-4E94250B0E49}"/>
              </a:ext>
            </a:extLst>
          </p:cNvPr>
          <p:cNvSpPr/>
          <p:nvPr/>
        </p:nvSpPr>
        <p:spPr bwMode="auto">
          <a:xfrm>
            <a:off x="2962297" y="4545577"/>
            <a:ext cx="322324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AD0C72E-BB04-2563-778D-6360E1402C50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7422" y="4500018"/>
            <a:ext cx="963725" cy="30805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D9C400-9A3F-0B84-AE86-30C6B08EF07E}"/>
              </a:ext>
            </a:extLst>
          </p:cNvPr>
          <p:cNvSpPr/>
          <p:nvPr/>
        </p:nvSpPr>
        <p:spPr bwMode="auto">
          <a:xfrm>
            <a:off x="4666162" y="4545577"/>
            <a:ext cx="1090947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9B78D0F-FB03-0B8D-00F3-2FEA2D22F537}"/>
              </a:ext>
            </a:extLst>
          </p:cNvPr>
          <p:cNvCxnSpPr>
            <a:cxnSpLocks/>
          </p:cNvCxnSpPr>
          <p:nvPr/>
        </p:nvCxnSpPr>
        <p:spPr bwMode="auto">
          <a:xfrm flipV="1">
            <a:off x="4341288" y="4561847"/>
            <a:ext cx="1536138" cy="246221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B4516D6-95EA-5391-9615-CBF9BB746A00}"/>
              </a:ext>
            </a:extLst>
          </p:cNvPr>
          <p:cNvSpPr txBox="1"/>
          <p:nvPr/>
        </p:nvSpPr>
        <p:spPr>
          <a:xfrm>
            <a:off x="4759622" y="4193982"/>
            <a:ext cx="3073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 건축의 한 쪽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정확한 이름을 알기 어려울 때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C342D9F-90E7-59FC-64C5-14D42E8E6E70}"/>
              </a:ext>
            </a:extLst>
          </p:cNvPr>
          <p:cNvCxnSpPr>
            <a:cxnSpLocks/>
          </p:cNvCxnSpPr>
          <p:nvPr/>
        </p:nvCxnSpPr>
        <p:spPr bwMode="auto">
          <a:xfrm flipV="1">
            <a:off x="5655318" y="3437340"/>
            <a:ext cx="1052287" cy="809049"/>
          </a:xfrm>
          <a:prstGeom prst="straightConnector1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6BF4B3-E9F1-C261-3A9B-8CBA0BE84B9F}"/>
              </a:ext>
            </a:extLst>
          </p:cNvPr>
          <p:cNvSpPr txBox="1"/>
          <p:nvPr/>
        </p:nvSpPr>
        <p:spPr>
          <a:xfrm>
            <a:off x="6535307" y="2924615"/>
            <a:ext cx="2595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표현은 다양 </a:t>
            </a:r>
            <a:r>
              <a:rPr lang="ko-KR" altLang="en-US" dirty="0" err="1"/>
              <a:t>한게</a:t>
            </a:r>
            <a:r>
              <a:rPr lang="ko-KR" altLang="en-US" dirty="0"/>
              <a:t> 좋으니 하나의 표현으로만 작업되지 않으면 좋음 </a:t>
            </a:r>
          </a:p>
        </p:txBody>
      </p:sp>
    </p:spTree>
    <p:extLst>
      <p:ext uri="{BB962C8B-B14F-4D97-AF65-F5344CB8AC3E}">
        <p14:creationId xmlns:p14="http://schemas.microsoft.com/office/powerpoint/2010/main" val="139412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9D5B-5F7F-973F-05DA-2F357CBC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8E6C9-7D8F-489A-EABB-6F02DF329316}"/>
              </a:ext>
            </a:extLst>
          </p:cNvPr>
          <p:cNvSpPr txBox="1"/>
          <p:nvPr/>
        </p:nvSpPr>
        <p:spPr>
          <a:xfrm>
            <a:off x="168442" y="426530"/>
            <a:ext cx="8890627" cy="3583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에러 예시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 파트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에러 예시 샘플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착용하지 않았는데 착용했다고 보는 경우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53B79E-CDAD-741F-0AC4-039907C6D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" y="1858108"/>
            <a:ext cx="8734425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D2F70-6207-F025-0EEC-1007809F0ED3}"/>
              </a:ext>
            </a:extLst>
          </p:cNvPr>
          <p:cNvSpPr txBox="1"/>
          <p:nvPr/>
        </p:nvSpPr>
        <p:spPr>
          <a:xfrm>
            <a:off x="0" y="-23813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및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1B3B9-9078-4EDA-CB7F-3773027138D1}"/>
              </a:ext>
            </a:extLst>
          </p:cNvPr>
          <p:cNvSpPr txBox="1"/>
          <p:nvPr/>
        </p:nvSpPr>
        <p:spPr>
          <a:xfrm>
            <a:off x="7158962" y="4101717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가방 없음</a:t>
            </a:r>
            <a:r>
              <a:rPr lang="en-US" altLang="ko-KR" sz="10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sz="10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01AA60-F2AF-746B-BAA3-EB96AB4FF53C}"/>
              </a:ext>
            </a:extLst>
          </p:cNvPr>
          <p:cNvSpPr/>
          <p:nvPr/>
        </p:nvSpPr>
        <p:spPr bwMode="auto">
          <a:xfrm>
            <a:off x="7442875" y="3840288"/>
            <a:ext cx="285562" cy="21693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D48C7BF-4767-053C-DDF5-8BC302DBB7A0}"/>
              </a:ext>
            </a:extLst>
          </p:cNvPr>
          <p:cNvCxnSpPr>
            <a:cxnSpLocks/>
          </p:cNvCxnSpPr>
          <p:nvPr/>
        </p:nvCxnSpPr>
        <p:spPr bwMode="auto">
          <a:xfrm flipV="1">
            <a:off x="7168801" y="3764088"/>
            <a:ext cx="664097" cy="369332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73574534"/>
      </p:ext>
    </p:extLst>
  </p:cSld>
  <p:clrMapOvr>
    <a:masterClrMapping/>
  </p:clrMapOvr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산출물표준-파워포인트-가로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lnDef>
  </a:objectDefaults>
  <a:extraClrSchemeLst>
    <a:extraClrScheme>
      <a:clrScheme name="산출물표준-파워포인트-가로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산출물표준-파워포인트-가로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33714</TotalTime>
  <Words>498</Words>
  <Application>Microsoft Office PowerPoint</Application>
  <PresentationFormat>화면 슬라이드 쇼(4:3)</PresentationFormat>
  <Paragraphs>108</Paragraphs>
  <Slides>9</Slides>
  <Notes>2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산출물표준-파워포인트-가로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허 수연</dc:creator>
  <cp:lastModifiedBy>심홍석</cp:lastModifiedBy>
  <cp:revision>1264</cp:revision>
  <dcterms:created xsi:type="dcterms:W3CDTF">2020-01-29T02:17:54Z</dcterms:created>
  <dcterms:modified xsi:type="dcterms:W3CDTF">2026-03-12T01:45:07Z</dcterms:modified>
</cp:coreProperties>
</file>